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
  </p:notesMasterIdLst>
  <p:handoutMasterIdLst>
    <p:handoutMasterId r:id="rId8"/>
  </p:handoutMasterIdLst>
  <p:sldIdLst>
    <p:sldId id="301" r:id="rId5"/>
    <p:sldId id="302" r:id="rId6"/>
  </p:sldIdLst>
  <p:sldSz cx="7562850" cy="10688638"/>
  <p:notesSz cx="6808788" cy="99409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44" userDrawn="1">
          <p15:clr>
            <a:srgbClr val="A4A3A4"/>
          </p15:clr>
        </p15:guide>
        <p15:guide id="2" pos="238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E291"/>
    <a:srgbClr val="002954"/>
    <a:srgbClr val="538135"/>
    <a:srgbClr val="00602B"/>
    <a:srgbClr val="E6EFDE"/>
    <a:srgbClr val="FFD908"/>
    <a:srgbClr val="FF0066"/>
    <a:srgbClr val="CC0066"/>
    <a:srgbClr val="DA03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E269D01E-BC32-4049-B463-5C60D7B0CCD2}" styleName="Tema Uygulanmış Stil 2 - Vurgu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Açık Stil 2 - Vurgu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Orta Stil 4 - Vurgu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Orta Stil 4 - Vurgu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2DE63D5-997A-4646-A377-4702673A728D}" styleName="Açık Stil 2 - Vurgu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Açık Stil 3 - Vurgu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Orta Stil 1 - Vurgu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horzBarState="maximized">
    <p:restoredLeft sz="0" autoAdjust="0"/>
    <p:restoredTop sz="95775" autoAdjust="0"/>
  </p:normalViewPr>
  <p:slideViewPr>
    <p:cSldViewPr snapToGrid="0">
      <p:cViewPr varScale="1">
        <p:scale>
          <a:sx n="74" d="100"/>
          <a:sy n="74" d="100"/>
        </p:scale>
        <p:origin x="4104" y="184"/>
      </p:cViewPr>
      <p:guideLst>
        <p:guide orient="horz" pos="3344"/>
        <p:guide pos="238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621CE3DD-3D88-CFD2-0DB1-36F9B6761AF5}"/>
              </a:ext>
            </a:extLst>
          </p:cNvPr>
          <p:cNvSpPr>
            <a:spLocks noGrp="1"/>
          </p:cNvSpPr>
          <p:nvPr>
            <p:ph type="hdr" sz="quarter"/>
          </p:nvPr>
        </p:nvSpPr>
        <p:spPr>
          <a:xfrm>
            <a:off x="0" y="0"/>
            <a:ext cx="2951163" cy="498475"/>
          </a:xfrm>
          <a:prstGeom prst="rect">
            <a:avLst/>
          </a:prstGeom>
        </p:spPr>
        <p:txBody>
          <a:bodyPr vert="horz" lIns="91440" tIns="45720" rIns="91440" bIns="45720" rtlCol="0"/>
          <a:lstStyle>
            <a:lvl1pPr algn="l">
              <a:defRPr sz="1200"/>
            </a:lvl1pPr>
          </a:lstStyle>
          <a:p>
            <a:endParaRPr lang="tr-TR"/>
          </a:p>
        </p:txBody>
      </p:sp>
      <p:sp>
        <p:nvSpPr>
          <p:cNvPr id="3" name="Veri Yer Tutucusu 2">
            <a:extLst>
              <a:ext uri="{FF2B5EF4-FFF2-40B4-BE49-F238E27FC236}">
                <a16:creationId xmlns:a16="http://schemas.microsoft.com/office/drawing/2014/main" id="{8380D6A3-8FD5-EFEB-DD35-D0965E893235}"/>
              </a:ext>
            </a:extLst>
          </p:cNvPr>
          <p:cNvSpPr>
            <a:spLocks noGrp="1"/>
          </p:cNvSpPr>
          <p:nvPr>
            <p:ph type="dt" sz="quarter" idx="1"/>
          </p:nvPr>
        </p:nvSpPr>
        <p:spPr>
          <a:xfrm>
            <a:off x="3856038" y="0"/>
            <a:ext cx="2951162" cy="498475"/>
          </a:xfrm>
          <a:prstGeom prst="rect">
            <a:avLst/>
          </a:prstGeom>
        </p:spPr>
        <p:txBody>
          <a:bodyPr vert="horz" lIns="91440" tIns="45720" rIns="91440" bIns="45720" rtlCol="0"/>
          <a:lstStyle>
            <a:lvl1pPr algn="r">
              <a:defRPr sz="1200"/>
            </a:lvl1pPr>
          </a:lstStyle>
          <a:p>
            <a:fld id="{11CD9C19-9866-4D2F-80CB-D325D0C456B4}" type="datetimeFigureOut">
              <a:rPr lang="tr-TR" smtClean="0"/>
              <a:t>2.11.2025</a:t>
            </a:fld>
            <a:endParaRPr lang="tr-TR"/>
          </a:p>
        </p:txBody>
      </p:sp>
      <p:sp>
        <p:nvSpPr>
          <p:cNvPr id="4" name="Alt Bilgi Yer Tutucusu 3">
            <a:extLst>
              <a:ext uri="{FF2B5EF4-FFF2-40B4-BE49-F238E27FC236}">
                <a16:creationId xmlns:a16="http://schemas.microsoft.com/office/drawing/2014/main" id="{8FDFE7BA-9931-443F-FADE-70F2F900E4CB}"/>
              </a:ext>
            </a:extLst>
          </p:cNvPr>
          <p:cNvSpPr>
            <a:spLocks noGrp="1"/>
          </p:cNvSpPr>
          <p:nvPr>
            <p:ph type="ftr" sz="quarter" idx="2"/>
          </p:nvPr>
        </p:nvSpPr>
        <p:spPr>
          <a:xfrm>
            <a:off x="0" y="9442450"/>
            <a:ext cx="2951163" cy="498475"/>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a:extLst>
              <a:ext uri="{FF2B5EF4-FFF2-40B4-BE49-F238E27FC236}">
                <a16:creationId xmlns:a16="http://schemas.microsoft.com/office/drawing/2014/main" id="{98598547-D17C-5E56-DB3E-C2A44F6D998E}"/>
              </a:ext>
            </a:extLst>
          </p:cNvPr>
          <p:cNvSpPr>
            <a:spLocks noGrp="1"/>
          </p:cNvSpPr>
          <p:nvPr>
            <p:ph type="sldNum" sz="quarter" idx="3"/>
          </p:nvPr>
        </p:nvSpPr>
        <p:spPr>
          <a:xfrm>
            <a:off x="3856038" y="9442450"/>
            <a:ext cx="2951162" cy="498475"/>
          </a:xfrm>
          <a:prstGeom prst="rect">
            <a:avLst/>
          </a:prstGeom>
        </p:spPr>
        <p:txBody>
          <a:bodyPr vert="horz" lIns="91440" tIns="45720" rIns="91440" bIns="45720" rtlCol="0" anchor="b"/>
          <a:lstStyle>
            <a:lvl1pPr algn="r">
              <a:defRPr sz="1200"/>
            </a:lvl1pPr>
          </a:lstStyle>
          <a:p>
            <a:fld id="{78236A8F-6C9A-49BD-937E-CE0843D1445C}" type="slidenum">
              <a:rPr lang="tr-TR" smtClean="0"/>
              <a:t>‹#›</a:t>
            </a:fld>
            <a:endParaRPr lang="tr-TR"/>
          </a:p>
        </p:txBody>
      </p:sp>
    </p:spTree>
    <p:extLst>
      <p:ext uri="{BB962C8B-B14F-4D97-AF65-F5344CB8AC3E}">
        <p14:creationId xmlns:p14="http://schemas.microsoft.com/office/powerpoint/2010/main" val="3266115399"/>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2" y="2"/>
            <a:ext cx="2950475" cy="497386"/>
          </a:xfrm>
          <a:prstGeom prst="rect">
            <a:avLst/>
          </a:prstGeom>
        </p:spPr>
        <p:txBody>
          <a:bodyPr vert="horz" lIns="92231" tIns="46114" rIns="92231" bIns="46114" rtlCol="0"/>
          <a:lstStyle>
            <a:lvl1pPr algn="l">
              <a:defRPr sz="1200"/>
            </a:lvl1pPr>
          </a:lstStyle>
          <a:p>
            <a:endParaRPr lang="tr-TR"/>
          </a:p>
        </p:txBody>
      </p:sp>
      <p:sp>
        <p:nvSpPr>
          <p:cNvPr id="3" name="Veri Yer Tutucusu 2"/>
          <p:cNvSpPr>
            <a:spLocks noGrp="1"/>
          </p:cNvSpPr>
          <p:nvPr>
            <p:ph type="dt" idx="1"/>
          </p:nvPr>
        </p:nvSpPr>
        <p:spPr>
          <a:xfrm>
            <a:off x="3856739" y="2"/>
            <a:ext cx="2950475" cy="497386"/>
          </a:xfrm>
          <a:prstGeom prst="rect">
            <a:avLst/>
          </a:prstGeom>
        </p:spPr>
        <p:txBody>
          <a:bodyPr vert="horz" lIns="92231" tIns="46114" rIns="92231" bIns="46114" rtlCol="0"/>
          <a:lstStyle>
            <a:lvl1pPr algn="r">
              <a:defRPr sz="1200"/>
            </a:lvl1pPr>
          </a:lstStyle>
          <a:p>
            <a:fld id="{5372FC90-BAC6-46C2-AC9C-753984C0ED54}" type="datetimeFigureOut">
              <a:rPr lang="tr-TR" smtClean="0"/>
              <a:t>2.11.2025</a:t>
            </a:fld>
            <a:endParaRPr lang="tr-TR"/>
          </a:p>
        </p:txBody>
      </p:sp>
      <p:sp>
        <p:nvSpPr>
          <p:cNvPr id="4" name="Slayt Görüntüsü Yer Tutucusu 3"/>
          <p:cNvSpPr>
            <a:spLocks noGrp="1" noRot="1" noChangeAspect="1"/>
          </p:cNvSpPr>
          <p:nvPr>
            <p:ph type="sldImg" idx="2"/>
          </p:nvPr>
        </p:nvSpPr>
        <p:spPr>
          <a:xfrm>
            <a:off x="2085975" y="746125"/>
            <a:ext cx="2636838" cy="3727450"/>
          </a:xfrm>
          <a:prstGeom prst="rect">
            <a:avLst/>
          </a:prstGeom>
          <a:noFill/>
          <a:ln w="12700">
            <a:solidFill>
              <a:prstClr val="black"/>
            </a:solidFill>
          </a:ln>
        </p:spPr>
        <p:txBody>
          <a:bodyPr vert="horz" lIns="92231" tIns="46114" rIns="92231" bIns="46114" rtlCol="0" anchor="ctr"/>
          <a:lstStyle/>
          <a:p>
            <a:endParaRPr lang="tr-TR"/>
          </a:p>
        </p:txBody>
      </p:sp>
      <p:sp>
        <p:nvSpPr>
          <p:cNvPr id="5" name="Not Yer Tutucusu 4"/>
          <p:cNvSpPr>
            <a:spLocks noGrp="1"/>
          </p:cNvSpPr>
          <p:nvPr>
            <p:ph type="body" sz="quarter" idx="3"/>
          </p:nvPr>
        </p:nvSpPr>
        <p:spPr>
          <a:xfrm>
            <a:off x="680880" y="4722620"/>
            <a:ext cx="5447030" cy="4473077"/>
          </a:xfrm>
          <a:prstGeom prst="rect">
            <a:avLst/>
          </a:prstGeom>
        </p:spPr>
        <p:txBody>
          <a:bodyPr vert="horz" lIns="92231" tIns="46114" rIns="92231" bIns="46114"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2" y="9441844"/>
            <a:ext cx="2950475" cy="497386"/>
          </a:xfrm>
          <a:prstGeom prst="rect">
            <a:avLst/>
          </a:prstGeom>
        </p:spPr>
        <p:txBody>
          <a:bodyPr vert="horz" lIns="92231" tIns="46114" rIns="92231" bIns="46114" rtlCol="0" anchor="b"/>
          <a:lstStyle>
            <a:lvl1pPr algn="l">
              <a:defRPr sz="1200"/>
            </a:lvl1pPr>
          </a:lstStyle>
          <a:p>
            <a:endParaRPr lang="tr-TR"/>
          </a:p>
        </p:txBody>
      </p:sp>
      <p:sp>
        <p:nvSpPr>
          <p:cNvPr id="7" name="Slayt Numarası Yer Tutucusu 6"/>
          <p:cNvSpPr>
            <a:spLocks noGrp="1"/>
          </p:cNvSpPr>
          <p:nvPr>
            <p:ph type="sldNum" sz="quarter" idx="5"/>
          </p:nvPr>
        </p:nvSpPr>
        <p:spPr>
          <a:xfrm>
            <a:off x="3856739" y="9441844"/>
            <a:ext cx="2950475" cy="497386"/>
          </a:xfrm>
          <a:prstGeom prst="rect">
            <a:avLst/>
          </a:prstGeom>
        </p:spPr>
        <p:txBody>
          <a:bodyPr vert="horz" lIns="92231" tIns="46114" rIns="92231" bIns="46114" rtlCol="0" anchor="b"/>
          <a:lstStyle>
            <a:lvl1pPr algn="r">
              <a:defRPr sz="1200"/>
            </a:lvl1pPr>
          </a:lstStyle>
          <a:p>
            <a:fld id="{0BDD7B3D-29F2-499E-872C-03304BC66251}" type="slidenum">
              <a:rPr lang="tr-TR" smtClean="0"/>
              <a:t>‹#›</a:t>
            </a:fld>
            <a:endParaRPr lang="tr-TR"/>
          </a:p>
        </p:txBody>
      </p:sp>
    </p:spTree>
    <p:extLst>
      <p:ext uri="{BB962C8B-B14F-4D97-AF65-F5344CB8AC3E}">
        <p14:creationId xmlns:p14="http://schemas.microsoft.com/office/powerpoint/2010/main" val="1115235948"/>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7214" y="3320407"/>
            <a:ext cx="6428423" cy="2291129"/>
          </a:xfrm>
        </p:spPr>
        <p:txBody>
          <a:bodyPr/>
          <a:lstStyle/>
          <a:p>
            <a:r>
              <a:rPr lang="tr-TR"/>
              <a:t>Click to edit Master title style</a:t>
            </a:r>
            <a:endParaRPr lang="en-US"/>
          </a:p>
        </p:txBody>
      </p:sp>
      <p:sp>
        <p:nvSpPr>
          <p:cNvPr id="3" name="Subtitle 2"/>
          <p:cNvSpPr>
            <a:spLocks noGrp="1"/>
          </p:cNvSpPr>
          <p:nvPr>
            <p:ph type="subTitle" idx="1"/>
          </p:nvPr>
        </p:nvSpPr>
        <p:spPr>
          <a:xfrm>
            <a:off x="1134428" y="6056895"/>
            <a:ext cx="5293995" cy="2731541"/>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Click to edit Master subtitle style</a:t>
            </a:r>
            <a:endParaRPr lang="en-US"/>
          </a:p>
        </p:txBody>
      </p:sp>
      <p:sp>
        <p:nvSpPr>
          <p:cNvPr id="4" name="Date Placeholder 3"/>
          <p:cNvSpPr>
            <a:spLocks noGrp="1"/>
          </p:cNvSpPr>
          <p:nvPr>
            <p:ph type="dt" sz="half" idx="10"/>
          </p:nvPr>
        </p:nvSpPr>
        <p:spPr/>
        <p:txBody>
          <a:bodyPr/>
          <a:lstStyle/>
          <a:p>
            <a:fld id="{E13648AF-BAC9-4491-8E42-06C0494764F5}" type="datetime1">
              <a:rPr lang="en-US" smtClean="0"/>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2697110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a:p>
        </p:txBody>
      </p:sp>
      <p:sp>
        <p:nvSpPr>
          <p:cNvPr id="3" name="Content Placeholder 2"/>
          <p:cNvSpPr>
            <a:spLocks noGrp="1"/>
          </p:cNvSpPr>
          <p:nvPr>
            <p:ph idx="1"/>
          </p:nvPr>
        </p:nvSpPr>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4" name="Date Placeholder 3"/>
          <p:cNvSpPr>
            <a:spLocks noGrp="1"/>
          </p:cNvSpPr>
          <p:nvPr>
            <p:ph type="dt" sz="half" idx="10"/>
          </p:nvPr>
        </p:nvSpPr>
        <p:spPr/>
        <p:txBody>
          <a:bodyPr/>
          <a:lstStyle/>
          <a:p>
            <a:fld id="{8794CBCB-631C-4711-9D62-ADF6F918D9BE}" type="datetime1">
              <a:rPr lang="en-US" smtClean="0"/>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413866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97413" y="6868441"/>
            <a:ext cx="6428423" cy="2122882"/>
          </a:xfrm>
        </p:spPr>
        <p:txBody>
          <a:bodyPr anchor="t"/>
          <a:lstStyle>
            <a:lvl1pPr algn="l">
              <a:defRPr sz="4000" b="1" cap="all"/>
            </a:lvl1pPr>
          </a:lstStyle>
          <a:p>
            <a:r>
              <a:rPr lang="tr-TR"/>
              <a:t>Click to edit Master title style</a:t>
            </a:r>
            <a:endParaRPr lang="en-US"/>
          </a:p>
        </p:txBody>
      </p:sp>
      <p:sp>
        <p:nvSpPr>
          <p:cNvPr id="3" name="Text Placeholder 2"/>
          <p:cNvSpPr>
            <a:spLocks noGrp="1"/>
          </p:cNvSpPr>
          <p:nvPr>
            <p:ph type="body" idx="1"/>
          </p:nvPr>
        </p:nvSpPr>
        <p:spPr>
          <a:xfrm>
            <a:off x="597413" y="4530301"/>
            <a:ext cx="6428423" cy="233813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Click to edit Master text styles</a:t>
            </a:r>
          </a:p>
        </p:txBody>
      </p:sp>
      <p:sp>
        <p:nvSpPr>
          <p:cNvPr id="4" name="Date Placeholder 3"/>
          <p:cNvSpPr>
            <a:spLocks noGrp="1"/>
          </p:cNvSpPr>
          <p:nvPr>
            <p:ph type="dt" sz="half" idx="10"/>
          </p:nvPr>
        </p:nvSpPr>
        <p:spPr/>
        <p:txBody>
          <a:bodyPr/>
          <a:lstStyle/>
          <a:p>
            <a:fld id="{32B30F5F-C683-4D7C-B873-751651868D3E}" type="datetime1">
              <a:rPr lang="en-US" smtClean="0"/>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2887850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a:p>
        </p:txBody>
      </p:sp>
      <p:sp>
        <p:nvSpPr>
          <p:cNvPr id="3" name="Content Placeholder 2"/>
          <p:cNvSpPr>
            <a:spLocks noGrp="1"/>
          </p:cNvSpPr>
          <p:nvPr>
            <p:ph sz="half" idx="1"/>
          </p:nvPr>
        </p:nvSpPr>
        <p:spPr>
          <a:xfrm>
            <a:off x="378142" y="2494016"/>
            <a:ext cx="3340259" cy="705400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4" name="Content Placeholder 3"/>
          <p:cNvSpPr>
            <a:spLocks noGrp="1"/>
          </p:cNvSpPr>
          <p:nvPr>
            <p:ph sz="half" idx="2"/>
          </p:nvPr>
        </p:nvSpPr>
        <p:spPr>
          <a:xfrm>
            <a:off x="3844449" y="2494016"/>
            <a:ext cx="3340259" cy="705400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5" name="Date Placeholder 4"/>
          <p:cNvSpPr>
            <a:spLocks noGrp="1"/>
          </p:cNvSpPr>
          <p:nvPr>
            <p:ph type="dt" sz="half" idx="10"/>
          </p:nvPr>
        </p:nvSpPr>
        <p:spPr/>
        <p:txBody>
          <a:bodyPr/>
          <a:lstStyle/>
          <a:p>
            <a:fld id="{D17EDF90-A3C6-419A-97DB-825FBCEA2740}" type="datetime1">
              <a:rPr lang="en-US" smtClean="0"/>
              <a:t>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1154964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Click to edit Master title style</a:t>
            </a:r>
            <a:endParaRPr lang="en-US"/>
          </a:p>
        </p:txBody>
      </p:sp>
      <p:sp>
        <p:nvSpPr>
          <p:cNvPr id="3" name="Text Placeholder 2"/>
          <p:cNvSpPr>
            <a:spLocks noGrp="1"/>
          </p:cNvSpPr>
          <p:nvPr>
            <p:ph type="body" idx="1"/>
          </p:nvPr>
        </p:nvSpPr>
        <p:spPr>
          <a:xfrm>
            <a:off x="378143" y="2392573"/>
            <a:ext cx="3341572" cy="9971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Click to edit Master text styles</a:t>
            </a:r>
          </a:p>
        </p:txBody>
      </p:sp>
      <p:sp>
        <p:nvSpPr>
          <p:cNvPr id="4" name="Content Placeholder 3"/>
          <p:cNvSpPr>
            <a:spLocks noGrp="1"/>
          </p:cNvSpPr>
          <p:nvPr>
            <p:ph sz="half" idx="2"/>
          </p:nvPr>
        </p:nvSpPr>
        <p:spPr>
          <a:xfrm>
            <a:off x="378143" y="3389684"/>
            <a:ext cx="3341572" cy="61583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5" name="Text Placeholder 4"/>
          <p:cNvSpPr>
            <a:spLocks noGrp="1"/>
          </p:cNvSpPr>
          <p:nvPr>
            <p:ph type="body" sz="quarter" idx="3"/>
          </p:nvPr>
        </p:nvSpPr>
        <p:spPr>
          <a:xfrm>
            <a:off x="3841823" y="2392573"/>
            <a:ext cx="3342885" cy="9971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Click to edit Master text styles</a:t>
            </a:r>
          </a:p>
        </p:txBody>
      </p:sp>
      <p:sp>
        <p:nvSpPr>
          <p:cNvPr id="6" name="Content Placeholder 5"/>
          <p:cNvSpPr>
            <a:spLocks noGrp="1"/>
          </p:cNvSpPr>
          <p:nvPr>
            <p:ph sz="quarter" idx="4"/>
          </p:nvPr>
        </p:nvSpPr>
        <p:spPr>
          <a:xfrm>
            <a:off x="3841823" y="3389684"/>
            <a:ext cx="3342885" cy="61583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7" name="Date Placeholder 6"/>
          <p:cNvSpPr>
            <a:spLocks noGrp="1"/>
          </p:cNvSpPr>
          <p:nvPr>
            <p:ph type="dt" sz="half" idx="10"/>
          </p:nvPr>
        </p:nvSpPr>
        <p:spPr/>
        <p:txBody>
          <a:bodyPr/>
          <a:lstStyle/>
          <a:p>
            <a:fld id="{A4AB2814-7496-4A3E-827C-79787117DD7C}" type="datetime1">
              <a:rPr lang="en-US" smtClean="0"/>
              <a:t>11/2/25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4215867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a:p>
        </p:txBody>
      </p:sp>
      <p:sp>
        <p:nvSpPr>
          <p:cNvPr id="3" name="Date Placeholder 2"/>
          <p:cNvSpPr>
            <a:spLocks noGrp="1"/>
          </p:cNvSpPr>
          <p:nvPr>
            <p:ph type="dt" sz="half" idx="10"/>
          </p:nvPr>
        </p:nvSpPr>
        <p:spPr/>
        <p:txBody>
          <a:bodyPr/>
          <a:lstStyle/>
          <a:p>
            <a:fld id="{C3D210EE-170C-4980-8049-364614A03117}" type="datetime1">
              <a:rPr lang="en-US" smtClean="0"/>
              <a:t>11/2/25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3708077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FA4364-56A7-45A9-9243-D6E89FFF9441}" type="datetime1">
              <a:rPr lang="en-US" smtClean="0"/>
              <a:t>11/2/25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1151570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78143" y="425566"/>
            <a:ext cx="2488126" cy="1811130"/>
          </a:xfrm>
        </p:spPr>
        <p:txBody>
          <a:bodyPr anchor="b"/>
          <a:lstStyle>
            <a:lvl1pPr algn="l">
              <a:defRPr sz="2000" b="1"/>
            </a:lvl1pPr>
          </a:lstStyle>
          <a:p>
            <a:r>
              <a:rPr lang="tr-TR"/>
              <a:t>Click to edit Master title style</a:t>
            </a:r>
            <a:endParaRPr lang="en-US"/>
          </a:p>
        </p:txBody>
      </p:sp>
      <p:sp>
        <p:nvSpPr>
          <p:cNvPr id="3" name="Content Placeholder 2"/>
          <p:cNvSpPr>
            <a:spLocks noGrp="1"/>
          </p:cNvSpPr>
          <p:nvPr>
            <p:ph idx="1"/>
          </p:nvPr>
        </p:nvSpPr>
        <p:spPr>
          <a:xfrm>
            <a:off x="2956864" y="425567"/>
            <a:ext cx="4227843" cy="912245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4" name="Text Placeholder 3"/>
          <p:cNvSpPr>
            <a:spLocks noGrp="1"/>
          </p:cNvSpPr>
          <p:nvPr>
            <p:ph type="body" sz="half" idx="2"/>
          </p:nvPr>
        </p:nvSpPr>
        <p:spPr>
          <a:xfrm>
            <a:off x="378143" y="2236697"/>
            <a:ext cx="2488126" cy="731132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Click to edit Master text styles</a:t>
            </a:r>
          </a:p>
        </p:txBody>
      </p:sp>
      <p:sp>
        <p:nvSpPr>
          <p:cNvPr id="5" name="Date Placeholder 4"/>
          <p:cNvSpPr>
            <a:spLocks noGrp="1"/>
          </p:cNvSpPr>
          <p:nvPr>
            <p:ph type="dt" sz="half" idx="10"/>
          </p:nvPr>
        </p:nvSpPr>
        <p:spPr/>
        <p:txBody>
          <a:bodyPr/>
          <a:lstStyle/>
          <a:p>
            <a:fld id="{4C1D4569-D111-4B96-89C1-AAFA8A6D0158}" type="datetime1">
              <a:rPr lang="en-US" smtClean="0"/>
              <a:t>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3733560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372" y="7482047"/>
            <a:ext cx="4537710" cy="883298"/>
          </a:xfrm>
        </p:spPr>
        <p:txBody>
          <a:bodyPr anchor="b"/>
          <a:lstStyle>
            <a:lvl1pPr algn="l">
              <a:defRPr sz="2000" b="1"/>
            </a:lvl1pPr>
          </a:lstStyle>
          <a:p>
            <a:r>
              <a:rPr lang="tr-TR"/>
              <a:t>Click to edit Master title style</a:t>
            </a:r>
            <a:endParaRPr lang="en-US"/>
          </a:p>
        </p:txBody>
      </p:sp>
      <p:sp>
        <p:nvSpPr>
          <p:cNvPr id="3" name="Picture Placeholder 2"/>
          <p:cNvSpPr>
            <a:spLocks noGrp="1"/>
          </p:cNvSpPr>
          <p:nvPr>
            <p:ph type="pic" idx="1"/>
          </p:nvPr>
        </p:nvSpPr>
        <p:spPr>
          <a:xfrm>
            <a:off x="1482372" y="955049"/>
            <a:ext cx="4537710" cy="64131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482372" y="8365344"/>
            <a:ext cx="4537710" cy="125443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Click to edit Master text styles</a:t>
            </a:r>
          </a:p>
        </p:txBody>
      </p:sp>
      <p:sp>
        <p:nvSpPr>
          <p:cNvPr id="5" name="Date Placeholder 4"/>
          <p:cNvSpPr>
            <a:spLocks noGrp="1"/>
          </p:cNvSpPr>
          <p:nvPr>
            <p:ph type="dt" sz="half" idx="10"/>
          </p:nvPr>
        </p:nvSpPr>
        <p:spPr/>
        <p:txBody>
          <a:bodyPr/>
          <a:lstStyle/>
          <a:p>
            <a:fld id="{7E192712-7F64-430C-A62B-224998439229}" type="datetime1">
              <a:rPr lang="en-US" smtClean="0"/>
              <a:t>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314740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4" name="Date Placeholder 3"/>
          <p:cNvSpPr>
            <a:spLocks noGrp="1"/>
          </p:cNvSpPr>
          <p:nvPr>
            <p:ph type="dt" sz="half" idx="10"/>
          </p:nvPr>
        </p:nvSpPr>
        <p:spPr/>
        <p:txBody>
          <a:bodyPr/>
          <a:lstStyle/>
          <a:p>
            <a:fld id="{5E06E6FE-CE89-4E7F-8395-37CD4BA92D9F}" type="datetime1">
              <a:rPr lang="en-US" smtClean="0"/>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1937752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83066" y="428042"/>
            <a:ext cx="1701641" cy="9119981"/>
          </a:xfrm>
        </p:spPr>
        <p:txBody>
          <a:bodyPr vert="eaVert"/>
          <a:lstStyle/>
          <a:p>
            <a:r>
              <a:rPr lang="tr-TR"/>
              <a:t>Click to edit Master title style</a:t>
            </a:r>
            <a:endParaRPr lang="en-US"/>
          </a:p>
        </p:txBody>
      </p:sp>
      <p:sp>
        <p:nvSpPr>
          <p:cNvPr id="3" name="Vertical Text Placeholder 2"/>
          <p:cNvSpPr>
            <a:spLocks noGrp="1"/>
          </p:cNvSpPr>
          <p:nvPr>
            <p:ph type="body" orient="vert" idx="1"/>
          </p:nvPr>
        </p:nvSpPr>
        <p:spPr>
          <a:xfrm>
            <a:off x="378143" y="428042"/>
            <a:ext cx="4978876" cy="9119981"/>
          </a:xfrm>
        </p:spPr>
        <p:txBody>
          <a:bodyPr vert="eaVert"/>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4" name="Date Placeholder 3"/>
          <p:cNvSpPr>
            <a:spLocks noGrp="1"/>
          </p:cNvSpPr>
          <p:nvPr>
            <p:ph type="dt" sz="half" idx="10"/>
          </p:nvPr>
        </p:nvSpPr>
        <p:spPr/>
        <p:txBody>
          <a:bodyPr/>
          <a:lstStyle/>
          <a:p>
            <a:fld id="{C156BD3B-1DB1-4C4B-A90A-887CD7B78AA9}" type="datetime1">
              <a:rPr lang="en-US" smtClean="0"/>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A09A85-991A-8242-9BD8-163A3C9D304F}" type="slidenum">
              <a:rPr lang="en-US" smtClean="0"/>
              <a:t>‹#›</a:t>
            </a:fld>
            <a:endParaRPr lang="en-US"/>
          </a:p>
        </p:txBody>
      </p:sp>
    </p:spTree>
    <p:extLst>
      <p:ext uri="{BB962C8B-B14F-4D97-AF65-F5344CB8AC3E}">
        <p14:creationId xmlns:p14="http://schemas.microsoft.com/office/powerpoint/2010/main" val="96996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78143" y="428041"/>
            <a:ext cx="6806565" cy="1781440"/>
          </a:xfrm>
          <a:prstGeom prst="rect">
            <a:avLst/>
          </a:prstGeom>
        </p:spPr>
        <p:txBody>
          <a:bodyPr vert="horz" lIns="91440" tIns="45720" rIns="91440" bIns="45720" rtlCol="0" anchor="ctr">
            <a:normAutofit/>
          </a:bodyPr>
          <a:lstStyle/>
          <a:p>
            <a:r>
              <a:rPr lang="tr-TR"/>
              <a:t>Click to edit Master title style</a:t>
            </a:r>
            <a:endParaRPr lang="en-US"/>
          </a:p>
        </p:txBody>
      </p:sp>
      <p:sp>
        <p:nvSpPr>
          <p:cNvPr id="3" name="Text Placeholder 2"/>
          <p:cNvSpPr>
            <a:spLocks noGrp="1"/>
          </p:cNvSpPr>
          <p:nvPr>
            <p:ph type="body" idx="1"/>
          </p:nvPr>
        </p:nvSpPr>
        <p:spPr>
          <a:xfrm>
            <a:off x="378143" y="2494016"/>
            <a:ext cx="6806565" cy="7054007"/>
          </a:xfrm>
          <a:prstGeom prst="rect">
            <a:avLst/>
          </a:prstGeom>
        </p:spPr>
        <p:txBody>
          <a:bodyPr vert="horz" lIns="91440" tIns="45720" rIns="91440" bIns="45720" rtlCol="0">
            <a:normAutofit/>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4" name="Date Placeholder 3"/>
          <p:cNvSpPr>
            <a:spLocks noGrp="1"/>
          </p:cNvSpPr>
          <p:nvPr>
            <p:ph type="dt" sz="half" idx="2"/>
          </p:nvPr>
        </p:nvSpPr>
        <p:spPr>
          <a:xfrm>
            <a:off x="378143" y="9906785"/>
            <a:ext cx="1764665" cy="569071"/>
          </a:xfrm>
          <a:prstGeom prst="rect">
            <a:avLst/>
          </a:prstGeom>
        </p:spPr>
        <p:txBody>
          <a:bodyPr vert="horz" lIns="91440" tIns="45720" rIns="91440" bIns="45720" rtlCol="0" anchor="ctr"/>
          <a:lstStyle>
            <a:lvl1pPr algn="l">
              <a:defRPr sz="1200">
                <a:solidFill>
                  <a:schemeClr val="tx1">
                    <a:tint val="75000"/>
                  </a:schemeClr>
                </a:solidFill>
              </a:defRPr>
            </a:lvl1pPr>
          </a:lstStyle>
          <a:p>
            <a:fld id="{DB087AF2-7462-48C5-94F6-7A7E83B47498}" type="datetime1">
              <a:rPr lang="en-US" smtClean="0"/>
              <a:t>11/2/25</a:t>
            </a:fld>
            <a:endParaRPr lang="en-US"/>
          </a:p>
        </p:txBody>
      </p:sp>
      <p:sp>
        <p:nvSpPr>
          <p:cNvPr id="5" name="Footer Placeholder 4"/>
          <p:cNvSpPr>
            <a:spLocks noGrp="1"/>
          </p:cNvSpPr>
          <p:nvPr>
            <p:ph type="ftr" sz="quarter" idx="3"/>
          </p:nvPr>
        </p:nvSpPr>
        <p:spPr>
          <a:xfrm>
            <a:off x="2583974" y="9906785"/>
            <a:ext cx="2394903" cy="56907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20043" y="9906785"/>
            <a:ext cx="1764665" cy="569071"/>
          </a:xfrm>
          <a:prstGeom prst="rect">
            <a:avLst/>
          </a:prstGeom>
        </p:spPr>
        <p:txBody>
          <a:bodyPr vert="horz" lIns="91440" tIns="45720" rIns="91440" bIns="45720" rtlCol="0" anchor="ctr"/>
          <a:lstStyle>
            <a:lvl1pPr algn="r">
              <a:defRPr sz="1200">
                <a:solidFill>
                  <a:schemeClr val="tx1">
                    <a:tint val="75000"/>
                  </a:schemeClr>
                </a:solidFill>
              </a:defRPr>
            </a:lvl1pPr>
          </a:lstStyle>
          <a:p>
            <a:fld id="{C6A09A85-991A-8242-9BD8-163A3C9D304F}" type="slidenum">
              <a:rPr lang="en-US" smtClean="0"/>
              <a:t>‹#›</a:t>
            </a:fld>
            <a:endParaRPr lang="en-US"/>
          </a:p>
        </p:txBody>
      </p:sp>
    </p:spTree>
    <p:extLst>
      <p:ext uri="{BB962C8B-B14F-4D97-AF65-F5344CB8AC3E}">
        <p14:creationId xmlns:p14="http://schemas.microsoft.com/office/powerpoint/2010/main" val="963240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59B1850D-1920-418D-8F52-666190FD51D6}"/>
              </a:ext>
            </a:extLst>
          </p:cNvPr>
          <p:cNvSpPr/>
          <p:nvPr/>
        </p:nvSpPr>
        <p:spPr>
          <a:xfrm>
            <a:off x="0" y="891647"/>
            <a:ext cx="2788851" cy="523220"/>
          </a:xfrm>
          <a:prstGeom prst="rect">
            <a:avLst/>
          </a:prstGeom>
        </p:spPr>
        <p:txBody>
          <a:bodyPr wrap="square">
            <a:spAutoFit/>
          </a:bodyPr>
          <a:lstStyle/>
          <a:p>
            <a:pPr indent="360363"/>
            <a:r>
              <a:rPr lang="tr-TR" sz="2800" b="1" dirty="0">
                <a:solidFill>
                  <a:srgbClr val="7030A0"/>
                </a:solidFill>
                <a:latin typeface="+mj-lt"/>
              </a:rPr>
              <a:t>G</a:t>
            </a:r>
            <a:r>
              <a:rPr lang="tr-TR" sz="2400" b="1" dirty="0">
                <a:solidFill>
                  <a:srgbClr val="7030A0"/>
                </a:solidFill>
                <a:latin typeface="+mj-lt"/>
              </a:rPr>
              <a:t>ENEL </a:t>
            </a:r>
            <a:r>
              <a:rPr lang="tr-TR" sz="2800" b="1" dirty="0">
                <a:solidFill>
                  <a:srgbClr val="7030A0"/>
                </a:solidFill>
                <a:latin typeface="+mj-lt"/>
              </a:rPr>
              <a:t>B</a:t>
            </a:r>
            <a:r>
              <a:rPr lang="tr-TR" sz="2400" b="1" dirty="0">
                <a:solidFill>
                  <a:srgbClr val="7030A0"/>
                </a:solidFill>
                <a:latin typeface="+mj-lt"/>
              </a:rPr>
              <a:t>İLGİLER</a:t>
            </a:r>
            <a:endParaRPr lang="en-US" sz="2400" b="1" dirty="0">
              <a:solidFill>
                <a:srgbClr val="7030A0"/>
              </a:solidFill>
              <a:latin typeface="+mj-lt"/>
            </a:endParaRPr>
          </a:p>
        </p:txBody>
      </p:sp>
      <p:sp>
        <p:nvSpPr>
          <p:cNvPr id="12" name="TextBox 5">
            <a:extLst>
              <a:ext uri="{FF2B5EF4-FFF2-40B4-BE49-F238E27FC236}">
                <a16:creationId xmlns:a16="http://schemas.microsoft.com/office/drawing/2014/main" id="{C498EA27-6E54-4949-9A82-06C0939BA22B}"/>
              </a:ext>
            </a:extLst>
          </p:cNvPr>
          <p:cNvSpPr txBox="1"/>
          <p:nvPr/>
        </p:nvSpPr>
        <p:spPr>
          <a:xfrm>
            <a:off x="406401" y="1363464"/>
            <a:ext cx="6890848" cy="8792728"/>
          </a:xfrm>
          <a:prstGeom prst="rect">
            <a:avLst/>
          </a:prstGeom>
          <a:noFill/>
        </p:spPr>
        <p:txBody>
          <a:bodyPr wrap="square" rtlCol="0">
            <a:spAutoFit/>
          </a:bodyPr>
          <a:lstStyle/>
          <a:p>
            <a:pPr algn="just"/>
            <a:endParaRPr lang="tr-TR" sz="1400" b="1" dirty="0"/>
          </a:p>
          <a:p>
            <a:pPr algn="just"/>
            <a:r>
              <a:rPr lang="tr-TR" b="1" dirty="0">
                <a:solidFill>
                  <a:srgbClr val="00B050"/>
                </a:solidFill>
              </a:rPr>
              <a:t>K</a:t>
            </a:r>
            <a:r>
              <a:rPr lang="tr-TR" sz="1600" b="1" dirty="0">
                <a:solidFill>
                  <a:srgbClr val="00B050"/>
                </a:solidFill>
              </a:rPr>
              <a:t>ONGRE </a:t>
            </a:r>
            <a:r>
              <a:rPr lang="tr-TR" b="1" dirty="0">
                <a:solidFill>
                  <a:srgbClr val="00B050"/>
                </a:solidFill>
              </a:rPr>
              <a:t>T</a:t>
            </a:r>
            <a:r>
              <a:rPr lang="tr-TR" sz="1600" b="1" dirty="0">
                <a:solidFill>
                  <a:srgbClr val="00B050"/>
                </a:solidFill>
              </a:rPr>
              <a:t>ARİHLERİ </a:t>
            </a:r>
          </a:p>
          <a:p>
            <a:pPr algn="just">
              <a:lnSpc>
                <a:spcPct val="107000"/>
              </a:lnSpc>
              <a:spcAft>
                <a:spcPts val="800"/>
              </a:spcAft>
            </a:pPr>
            <a:r>
              <a:rPr lang="tr-TR" sz="1600" kern="100" dirty="0">
                <a:ea typeface="Calibri" panose="020F0502020204030204" pitchFamily="34" charset="0"/>
                <a:cs typeface="Arial" panose="020B0604020202020204" pitchFamily="34" charset="0"/>
              </a:rPr>
              <a:t>7</a:t>
            </a:r>
            <a:r>
              <a:rPr lang="tr-TR" sz="1600" kern="100" dirty="0">
                <a:effectLst/>
                <a:ea typeface="Calibri" panose="020F0502020204030204" pitchFamily="34" charset="0"/>
                <a:cs typeface="Arial" panose="020B0604020202020204" pitchFamily="34" charset="0"/>
              </a:rPr>
              <a:t> – 9 Mayıs 2026</a:t>
            </a:r>
            <a:endParaRPr lang="tr-TR" sz="1600" b="1" dirty="0">
              <a:solidFill>
                <a:srgbClr val="00B050"/>
              </a:solidFill>
            </a:endParaRPr>
          </a:p>
          <a:p>
            <a:pPr algn="just"/>
            <a:r>
              <a:rPr lang="tr-TR" b="1" dirty="0">
                <a:solidFill>
                  <a:srgbClr val="00B050"/>
                </a:solidFill>
              </a:rPr>
              <a:t>Y</a:t>
            </a:r>
            <a:r>
              <a:rPr lang="tr-TR" sz="1600" b="1" dirty="0">
                <a:solidFill>
                  <a:srgbClr val="00B050"/>
                </a:solidFill>
              </a:rPr>
              <a:t>AKA </a:t>
            </a:r>
            <a:r>
              <a:rPr lang="tr-TR" b="1" dirty="0">
                <a:solidFill>
                  <a:srgbClr val="00B050"/>
                </a:solidFill>
              </a:rPr>
              <a:t>K</a:t>
            </a:r>
            <a:r>
              <a:rPr lang="tr-TR" sz="1600" b="1" dirty="0">
                <a:solidFill>
                  <a:srgbClr val="00B050"/>
                </a:solidFill>
              </a:rPr>
              <a:t>ARTI </a:t>
            </a:r>
          </a:p>
          <a:p>
            <a:pPr algn="just">
              <a:lnSpc>
                <a:spcPct val="107000"/>
              </a:lnSpc>
              <a:spcAft>
                <a:spcPts val="800"/>
              </a:spcAft>
            </a:pPr>
            <a:r>
              <a:rPr lang="tr-TR" sz="1600" kern="100" dirty="0">
                <a:effectLst/>
                <a:ea typeface="Calibri" panose="020F0502020204030204" pitchFamily="34" charset="0"/>
                <a:cs typeface="Arial" panose="020B0604020202020204" pitchFamily="34" charset="0"/>
              </a:rPr>
              <a:t>Kayıt yaptıran tüm katılımcı ve refakatçilere yaka kartı dağıtılacaktır. Kongre düzeninin sağlanabilmesi için yaka kartlarının tüm bilimsel ve sosyal aktivitelerde takılması rica olunur.</a:t>
            </a:r>
          </a:p>
          <a:p>
            <a:pPr algn="just"/>
            <a:endParaRPr lang="tr-TR" sz="1600" b="1" dirty="0"/>
          </a:p>
          <a:p>
            <a:pPr algn="just"/>
            <a:r>
              <a:rPr lang="tr-TR" b="1" dirty="0">
                <a:solidFill>
                  <a:srgbClr val="00B050"/>
                </a:solidFill>
              </a:rPr>
              <a:t>K</a:t>
            </a:r>
            <a:r>
              <a:rPr lang="tr-TR" sz="1600" b="1" dirty="0">
                <a:solidFill>
                  <a:srgbClr val="00B050"/>
                </a:solidFill>
              </a:rPr>
              <a:t>ATILIM </a:t>
            </a:r>
            <a:r>
              <a:rPr lang="tr-TR" b="1" dirty="0">
                <a:solidFill>
                  <a:srgbClr val="00B050"/>
                </a:solidFill>
              </a:rPr>
              <a:t>B</a:t>
            </a:r>
            <a:r>
              <a:rPr lang="tr-TR" sz="1600" b="1" dirty="0">
                <a:solidFill>
                  <a:srgbClr val="00B050"/>
                </a:solidFill>
              </a:rPr>
              <a:t>ELGESİ </a:t>
            </a:r>
          </a:p>
          <a:p>
            <a:pPr algn="just">
              <a:lnSpc>
                <a:spcPct val="107000"/>
              </a:lnSpc>
              <a:spcAft>
                <a:spcPts val="800"/>
              </a:spcAft>
            </a:pPr>
            <a:r>
              <a:rPr lang="tr-TR" sz="1600" kern="100" dirty="0">
                <a:effectLst/>
                <a:ea typeface="Calibri" panose="020F0502020204030204" pitchFamily="34" charset="0"/>
                <a:cs typeface="Arial" panose="020B0604020202020204" pitchFamily="34" charset="0"/>
              </a:rPr>
              <a:t>Tüm bilimsel program katılımcılarına katılım belgeleri Kongre sonrasında yapılacak anketi online olarak doldurup gönderenlere dijital olarak yollanacaktır.</a:t>
            </a:r>
          </a:p>
          <a:p>
            <a:pPr algn="just"/>
            <a:endParaRPr lang="tr-TR" sz="1600" b="1" dirty="0"/>
          </a:p>
          <a:p>
            <a:pPr algn="just"/>
            <a:r>
              <a:rPr lang="tr-TR" b="1" dirty="0">
                <a:solidFill>
                  <a:srgbClr val="00B050"/>
                </a:solidFill>
              </a:rPr>
              <a:t>D</a:t>
            </a:r>
            <a:r>
              <a:rPr lang="tr-TR" sz="1600" b="1" dirty="0">
                <a:solidFill>
                  <a:srgbClr val="00B050"/>
                </a:solidFill>
              </a:rPr>
              <a:t>AVET </a:t>
            </a:r>
            <a:r>
              <a:rPr lang="tr-TR" b="1" dirty="0">
                <a:solidFill>
                  <a:srgbClr val="00B050"/>
                </a:solidFill>
              </a:rPr>
              <a:t>M</a:t>
            </a:r>
            <a:r>
              <a:rPr lang="tr-TR" sz="1600" b="1" dirty="0">
                <a:solidFill>
                  <a:srgbClr val="00B050"/>
                </a:solidFill>
              </a:rPr>
              <a:t>EKTUBU / </a:t>
            </a:r>
            <a:r>
              <a:rPr lang="tr-TR" b="1" dirty="0">
                <a:solidFill>
                  <a:srgbClr val="00B050"/>
                </a:solidFill>
              </a:rPr>
              <a:t>İ</a:t>
            </a:r>
            <a:r>
              <a:rPr lang="tr-TR" sz="1600" b="1" dirty="0">
                <a:solidFill>
                  <a:srgbClr val="00B050"/>
                </a:solidFill>
              </a:rPr>
              <a:t>ZİN </a:t>
            </a:r>
            <a:r>
              <a:rPr lang="tr-TR" b="1" dirty="0">
                <a:solidFill>
                  <a:srgbClr val="00B050"/>
                </a:solidFill>
              </a:rPr>
              <a:t>Y</a:t>
            </a:r>
            <a:r>
              <a:rPr lang="tr-TR" sz="1600" b="1" dirty="0">
                <a:solidFill>
                  <a:srgbClr val="00B050"/>
                </a:solidFill>
              </a:rPr>
              <a:t>AZISI </a:t>
            </a:r>
          </a:p>
          <a:p>
            <a:pPr algn="just">
              <a:lnSpc>
                <a:spcPct val="107000"/>
              </a:lnSpc>
              <a:spcAft>
                <a:spcPts val="800"/>
              </a:spcAft>
            </a:pPr>
            <a:r>
              <a:rPr lang="tr-TR" sz="1600" kern="100" dirty="0">
                <a:effectLst/>
                <a:ea typeface="Calibri" panose="020F0502020204030204" pitchFamily="34" charset="0"/>
                <a:cs typeface="Arial" panose="020B0604020202020204" pitchFamily="34" charset="0"/>
              </a:rPr>
              <a:t>Kongre katılımı için kurumlara verilmek üzere talep edilecek olan davet yazıları kongre sekreterliği aracılığı ile isteyen katılımcılara gönderilecektir. Bu tür davet yazıları sadece izin amacı ile kullanılabilir. Davet mektubu sahibi misafirlerin kayıt ve konaklama ücretleri kendilerine aittir.</a:t>
            </a:r>
          </a:p>
          <a:p>
            <a:pPr algn="just"/>
            <a:endParaRPr lang="tr-TR" sz="1600" b="1" dirty="0"/>
          </a:p>
          <a:p>
            <a:pPr algn="just">
              <a:lnSpc>
                <a:spcPct val="107000"/>
              </a:lnSpc>
              <a:spcAft>
                <a:spcPts val="800"/>
              </a:spcAft>
            </a:pPr>
            <a:r>
              <a:rPr lang="tr-TR" b="1" dirty="0">
                <a:solidFill>
                  <a:srgbClr val="00B050"/>
                </a:solidFill>
              </a:rPr>
              <a:t>KAYIT VE KONAKLAMA HİZMETLERİ </a:t>
            </a:r>
          </a:p>
          <a:p>
            <a:pPr algn="just">
              <a:lnSpc>
                <a:spcPct val="107000"/>
              </a:lnSpc>
              <a:spcAft>
                <a:spcPts val="800"/>
              </a:spcAft>
            </a:pPr>
            <a:r>
              <a:rPr lang="tr-TR" sz="1600" kern="100" dirty="0">
                <a:effectLst/>
                <a:ea typeface="Calibri" panose="020F0502020204030204" pitchFamily="34" charset="0"/>
                <a:cs typeface="Arial" panose="020B0604020202020204" pitchFamily="34" charset="0"/>
              </a:rPr>
              <a:t>* İndirimli Erken kayıt ve konaklama fiyatları sadece 1 Nisan 2026 tarihinden önce ödeme gerçekleşmişse geçerli olacaktır. Bu tarihe kadar ödemesi yapılmayan rezervasyon geç fiyatlardan ücretlendirilecektir.</a:t>
            </a:r>
          </a:p>
          <a:p>
            <a:pPr algn="just">
              <a:lnSpc>
                <a:spcPct val="107000"/>
              </a:lnSpc>
              <a:spcAft>
                <a:spcPts val="800"/>
              </a:spcAft>
            </a:pPr>
            <a:r>
              <a:rPr lang="tr-TR" sz="1600" kern="100" dirty="0">
                <a:effectLst/>
                <a:ea typeface="Calibri" panose="020F0502020204030204" pitchFamily="34" charset="0"/>
                <a:cs typeface="Arial" panose="020B0604020202020204" pitchFamily="34" charset="0"/>
              </a:rPr>
              <a:t>* Toplantı tarihinden 30 gün öncesine kadar ödemesi yapılmayan sponsorlukların tüm rezervasyon ve talepleri iptal edilecektir. </a:t>
            </a:r>
          </a:p>
          <a:p>
            <a:pPr algn="just">
              <a:lnSpc>
                <a:spcPct val="107000"/>
              </a:lnSpc>
              <a:spcAft>
                <a:spcPts val="800"/>
              </a:spcAft>
            </a:pPr>
            <a:r>
              <a:rPr lang="tr-TR" sz="1600" kern="100" dirty="0">
                <a:effectLst/>
                <a:ea typeface="Calibri" panose="020F0502020204030204" pitchFamily="34" charset="0"/>
                <a:cs typeface="Arial" panose="020B0604020202020204" pitchFamily="34" charset="0"/>
              </a:rPr>
              <a:t>Kongre tarihinden sonra yapılacak ödemelerde her bir aylık gecikme toplam fatura tutarı üzerinden %10 faiz uygulanacaktır. Aksi takdirde talepler konfirme edilmeyecektir.</a:t>
            </a:r>
          </a:p>
          <a:p>
            <a:pPr algn="just">
              <a:lnSpc>
                <a:spcPct val="107000"/>
              </a:lnSpc>
              <a:spcAft>
                <a:spcPts val="800"/>
              </a:spcAft>
            </a:pPr>
            <a:r>
              <a:rPr lang="tr-TR" sz="1600" kern="100" dirty="0">
                <a:effectLst/>
                <a:ea typeface="Calibri" panose="020F0502020204030204" pitchFamily="34" charset="0"/>
                <a:cs typeface="Arial" panose="020B0604020202020204" pitchFamily="34" charset="0"/>
              </a:rPr>
              <a:t>* Kayıt ve konaklama iptalleri için yapılacak olan geri ödemeler, ilgili iptal iade şartlarına göre hesaplanıp  kongre bitiş tarihinden itibaren 20 iş günü içinde, banka ödemesi yolu ile bildirilen hesaplara ödenecektir.</a:t>
            </a:r>
          </a:p>
        </p:txBody>
      </p:sp>
      <p:sp>
        <p:nvSpPr>
          <p:cNvPr id="3" name="Dikdörtgen 2">
            <a:extLst>
              <a:ext uri="{FF2B5EF4-FFF2-40B4-BE49-F238E27FC236}">
                <a16:creationId xmlns:a16="http://schemas.microsoft.com/office/drawing/2014/main" id="{C9EBFA6B-AC51-583F-E5CE-176226D526BF}"/>
              </a:ext>
            </a:extLst>
          </p:cNvPr>
          <p:cNvSpPr/>
          <p:nvPr/>
        </p:nvSpPr>
        <p:spPr>
          <a:xfrm>
            <a:off x="0" y="0"/>
            <a:ext cx="7562850" cy="204035"/>
          </a:xfrm>
          <a:prstGeom prst="rect">
            <a:avLst/>
          </a:prstGeom>
          <a:solidFill>
            <a:schemeClr val="accent4">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4" name="Dikdörtgen 3">
            <a:extLst>
              <a:ext uri="{FF2B5EF4-FFF2-40B4-BE49-F238E27FC236}">
                <a16:creationId xmlns:a16="http://schemas.microsoft.com/office/drawing/2014/main" id="{C4E41B6B-DD0C-4A39-95E9-2458976A791D}"/>
              </a:ext>
            </a:extLst>
          </p:cNvPr>
          <p:cNvSpPr/>
          <p:nvPr/>
        </p:nvSpPr>
        <p:spPr>
          <a:xfrm>
            <a:off x="0" y="10450290"/>
            <a:ext cx="7562850" cy="204035"/>
          </a:xfrm>
          <a:prstGeom prst="rect">
            <a:avLst/>
          </a:prstGeom>
          <a:solidFill>
            <a:schemeClr val="accent4">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C42A70EF-B523-B75A-5C31-503412858E2E}"/>
              </a:ext>
            </a:extLst>
          </p:cNvPr>
          <p:cNvSpPr txBox="1"/>
          <p:nvPr/>
        </p:nvSpPr>
        <p:spPr>
          <a:xfrm>
            <a:off x="6698158" y="10097680"/>
            <a:ext cx="599090" cy="369332"/>
          </a:xfrm>
          <a:prstGeom prst="rect">
            <a:avLst/>
          </a:prstGeom>
          <a:noFill/>
        </p:spPr>
        <p:txBody>
          <a:bodyPr wrap="square" rtlCol="0">
            <a:spAutoFit/>
          </a:bodyPr>
          <a:lstStyle/>
          <a:p>
            <a:pPr algn="ctr"/>
            <a:r>
              <a:rPr lang="tr-TR" b="1" dirty="0"/>
              <a:t>5</a:t>
            </a:r>
          </a:p>
        </p:txBody>
      </p:sp>
    </p:spTree>
    <p:extLst>
      <p:ext uri="{BB962C8B-B14F-4D97-AF65-F5344CB8AC3E}">
        <p14:creationId xmlns:p14="http://schemas.microsoft.com/office/powerpoint/2010/main" val="2964930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kdörtgen 10">
            <a:extLst>
              <a:ext uri="{FF2B5EF4-FFF2-40B4-BE49-F238E27FC236}">
                <a16:creationId xmlns:a16="http://schemas.microsoft.com/office/drawing/2014/main" id="{59B1850D-1920-418D-8F52-666190FD51D6}"/>
              </a:ext>
            </a:extLst>
          </p:cNvPr>
          <p:cNvSpPr/>
          <p:nvPr/>
        </p:nvSpPr>
        <p:spPr>
          <a:xfrm>
            <a:off x="0" y="1005948"/>
            <a:ext cx="2788851" cy="523220"/>
          </a:xfrm>
          <a:prstGeom prst="rect">
            <a:avLst/>
          </a:prstGeom>
        </p:spPr>
        <p:txBody>
          <a:bodyPr wrap="square">
            <a:spAutoFit/>
          </a:bodyPr>
          <a:lstStyle/>
          <a:p>
            <a:pPr indent="360363"/>
            <a:r>
              <a:rPr lang="tr-TR" sz="2800" b="1" dirty="0">
                <a:solidFill>
                  <a:schemeClr val="accent6">
                    <a:lumMod val="75000"/>
                  </a:schemeClr>
                </a:solidFill>
                <a:latin typeface="+mj-lt"/>
              </a:rPr>
              <a:t>G</a:t>
            </a:r>
            <a:r>
              <a:rPr lang="tr-TR" sz="2400" b="1" dirty="0">
                <a:solidFill>
                  <a:schemeClr val="accent6">
                    <a:lumMod val="75000"/>
                  </a:schemeClr>
                </a:solidFill>
                <a:latin typeface="+mj-lt"/>
              </a:rPr>
              <a:t>ENEL </a:t>
            </a:r>
            <a:r>
              <a:rPr lang="tr-TR" sz="2800" b="1" dirty="0">
                <a:solidFill>
                  <a:schemeClr val="accent6">
                    <a:lumMod val="75000"/>
                  </a:schemeClr>
                </a:solidFill>
                <a:latin typeface="+mj-lt"/>
              </a:rPr>
              <a:t>B</a:t>
            </a:r>
            <a:r>
              <a:rPr lang="tr-TR" sz="2400" b="1" dirty="0">
                <a:solidFill>
                  <a:schemeClr val="accent6">
                    <a:lumMod val="75000"/>
                  </a:schemeClr>
                </a:solidFill>
                <a:latin typeface="+mj-lt"/>
              </a:rPr>
              <a:t>İLGİLER</a:t>
            </a:r>
            <a:endParaRPr lang="en-US" sz="2400" b="1" dirty="0">
              <a:solidFill>
                <a:schemeClr val="accent6">
                  <a:lumMod val="75000"/>
                </a:schemeClr>
              </a:solidFill>
              <a:latin typeface="+mj-lt"/>
            </a:endParaRPr>
          </a:p>
        </p:txBody>
      </p:sp>
      <p:sp>
        <p:nvSpPr>
          <p:cNvPr id="12" name="TextBox 5">
            <a:extLst>
              <a:ext uri="{FF2B5EF4-FFF2-40B4-BE49-F238E27FC236}">
                <a16:creationId xmlns:a16="http://schemas.microsoft.com/office/drawing/2014/main" id="{C498EA27-6E54-4949-9A82-06C0939BA22B}"/>
              </a:ext>
            </a:extLst>
          </p:cNvPr>
          <p:cNvSpPr txBox="1"/>
          <p:nvPr/>
        </p:nvSpPr>
        <p:spPr>
          <a:xfrm>
            <a:off x="406401" y="1461439"/>
            <a:ext cx="6890848" cy="2992358"/>
          </a:xfrm>
          <a:prstGeom prst="rect">
            <a:avLst/>
          </a:prstGeom>
          <a:noFill/>
        </p:spPr>
        <p:txBody>
          <a:bodyPr wrap="square" rtlCol="0">
            <a:spAutoFit/>
          </a:bodyPr>
          <a:lstStyle/>
          <a:p>
            <a:pPr algn="just">
              <a:lnSpc>
                <a:spcPct val="107000"/>
              </a:lnSpc>
              <a:spcAft>
                <a:spcPts val="800"/>
              </a:spcAft>
            </a:pPr>
            <a:endParaRPr lang="tr-TR" sz="1800" b="1"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800"/>
              </a:spcAft>
            </a:pPr>
            <a:r>
              <a:rPr lang="tr-TR" b="1" dirty="0">
                <a:solidFill>
                  <a:srgbClr val="7030A0"/>
                </a:solidFill>
              </a:rPr>
              <a:t>DİĞER SPONSORLUK TALEPLERİ</a:t>
            </a:r>
          </a:p>
          <a:p>
            <a:pPr algn="just">
              <a:lnSpc>
                <a:spcPct val="107000"/>
              </a:lnSpc>
              <a:spcAft>
                <a:spcPts val="800"/>
              </a:spcAft>
            </a:pPr>
            <a:r>
              <a:rPr lang="tr-TR" sz="1800" kern="100" dirty="0">
                <a:effectLst/>
                <a:latin typeface="Calibri" panose="020F0502020204030204" pitchFamily="34" charset="0"/>
                <a:ea typeface="Calibri" panose="020F0502020204030204" pitchFamily="34" charset="0"/>
                <a:cs typeface="Arial" panose="020B0604020202020204" pitchFamily="34" charset="0"/>
              </a:rPr>
              <a:t>* </a:t>
            </a:r>
            <a:r>
              <a:rPr lang="tr-TR" sz="1600" kern="100" dirty="0">
                <a:effectLst/>
                <a:ea typeface="Calibri" panose="020F0502020204030204" pitchFamily="34" charset="0"/>
                <a:cs typeface="Arial" panose="020B0604020202020204" pitchFamily="34" charset="0"/>
              </a:rPr>
              <a:t>Diğer sponsorluk taleplerinin son iptal tarihi 15 Nisan 2026'dir. Bu tarihten sonra gerçekleşecek olan iptallerde ücret geri ödemesi yapılmayacaktır.</a:t>
            </a:r>
          </a:p>
          <a:p>
            <a:pPr algn="just">
              <a:lnSpc>
                <a:spcPct val="107000"/>
              </a:lnSpc>
              <a:spcAft>
                <a:spcPts val="800"/>
              </a:spcAft>
            </a:pPr>
            <a:r>
              <a:rPr lang="tr-TR" sz="1600" kern="100" dirty="0">
                <a:effectLst/>
                <a:ea typeface="Calibri" panose="020F0502020204030204" pitchFamily="34" charset="0"/>
                <a:cs typeface="Arial" panose="020B0604020202020204" pitchFamily="34" charset="0"/>
              </a:rPr>
              <a:t>* Basılı sponsorluk talepleri için 15 Nisan 2026 tarihine kadar acentenin vermiş olduğu ölçü ve formatta logo/reklam </a:t>
            </a:r>
            <a:r>
              <a:rPr lang="tr-TR" sz="1600" kern="100" dirty="0" err="1">
                <a:effectLst/>
                <a:ea typeface="Calibri" panose="020F0502020204030204" pitchFamily="34" charset="0"/>
                <a:cs typeface="Arial" panose="020B0604020202020204" pitchFamily="34" charset="0"/>
              </a:rPr>
              <a:t>vb</a:t>
            </a:r>
            <a:r>
              <a:rPr lang="tr-TR" sz="1600" kern="100" dirty="0">
                <a:effectLst/>
                <a:ea typeface="Calibri" panose="020F0502020204030204" pitchFamily="34" charset="0"/>
                <a:cs typeface="Arial" panose="020B0604020202020204" pitchFamily="34" charset="0"/>
              </a:rPr>
              <a:t> çalışmaların iletilmesi gerekmektedir. Bu tarihe kadar gönderilmeyen çalışmaların basılı ve görsel uygulaması yapılamayacaktır.</a:t>
            </a:r>
          </a:p>
          <a:p>
            <a:pPr algn="just">
              <a:lnSpc>
                <a:spcPct val="107000"/>
              </a:lnSpc>
              <a:spcAft>
                <a:spcPts val="800"/>
              </a:spcAft>
            </a:pPr>
            <a:endParaRPr lang="tr-TR" b="1" dirty="0">
              <a:solidFill>
                <a:srgbClr val="00B050"/>
              </a:solidFill>
            </a:endParaRPr>
          </a:p>
        </p:txBody>
      </p:sp>
      <p:sp>
        <p:nvSpPr>
          <p:cNvPr id="3" name="Dikdörtgen 2">
            <a:extLst>
              <a:ext uri="{FF2B5EF4-FFF2-40B4-BE49-F238E27FC236}">
                <a16:creationId xmlns:a16="http://schemas.microsoft.com/office/drawing/2014/main" id="{C9EBFA6B-AC51-583F-E5CE-176226D526BF}"/>
              </a:ext>
            </a:extLst>
          </p:cNvPr>
          <p:cNvSpPr/>
          <p:nvPr/>
        </p:nvSpPr>
        <p:spPr>
          <a:xfrm>
            <a:off x="0" y="0"/>
            <a:ext cx="7562850" cy="204035"/>
          </a:xfrm>
          <a:prstGeom prst="rect">
            <a:avLst/>
          </a:prstGeom>
          <a:solidFill>
            <a:schemeClr val="accent4">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4" name="Dikdörtgen 3">
            <a:extLst>
              <a:ext uri="{FF2B5EF4-FFF2-40B4-BE49-F238E27FC236}">
                <a16:creationId xmlns:a16="http://schemas.microsoft.com/office/drawing/2014/main" id="{C4E41B6B-DD0C-4A39-95E9-2458976A791D}"/>
              </a:ext>
            </a:extLst>
          </p:cNvPr>
          <p:cNvSpPr/>
          <p:nvPr/>
        </p:nvSpPr>
        <p:spPr>
          <a:xfrm>
            <a:off x="0" y="10450290"/>
            <a:ext cx="7562850" cy="204035"/>
          </a:xfrm>
          <a:prstGeom prst="rect">
            <a:avLst/>
          </a:prstGeom>
          <a:solidFill>
            <a:schemeClr val="accent4">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5EE8B9E1-1911-4783-2AA5-0A5FD820287E}"/>
              </a:ext>
            </a:extLst>
          </p:cNvPr>
          <p:cNvSpPr txBox="1"/>
          <p:nvPr/>
        </p:nvSpPr>
        <p:spPr>
          <a:xfrm>
            <a:off x="6698158" y="10097680"/>
            <a:ext cx="599090" cy="369332"/>
          </a:xfrm>
          <a:prstGeom prst="rect">
            <a:avLst/>
          </a:prstGeom>
          <a:noFill/>
        </p:spPr>
        <p:txBody>
          <a:bodyPr wrap="square" rtlCol="0">
            <a:spAutoFit/>
          </a:bodyPr>
          <a:lstStyle/>
          <a:p>
            <a:pPr algn="ctr"/>
            <a:r>
              <a:rPr lang="tr-TR" b="1" dirty="0"/>
              <a:t>6</a:t>
            </a:r>
          </a:p>
        </p:txBody>
      </p:sp>
    </p:spTree>
    <p:extLst>
      <p:ext uri="{BB962C8B-B14F-4D97-AF65-F5344CB8AC3E}">
        <p14:creationId xmlns:p14="http://schemas.microsoft.com/office/powerpoint/2010/main" val="1352746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f2fc22b-f7bc-40a7-a41e-0355bc70032c">
      <Terms xmlns="http://schemas.microsoft.com/office/infopath/2007/PartnerControls"/>
    </lcf76f155ced4ddcb4097134ff3c332f>
    <TaxCatchAll xmlns="1e05729a-cb49-48c3-8c0e-57ef238c638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Belge" ma:contentTypeID="0x0101006E0CF6A91EFF2B4F99CE3F6738F55BC1" ma:contentTypeVersion="15" ma:contentTypeDescription="Yeni belge oluşturun." ma:contentTypeScope="" ma:versionID="efc4373b9129855d7363aa0369e9b431">
  <xsd:schema xmlns:xsd="http://www.w3.org/2001/XMLSchema" xmlns:xs="http://www.w3.org/2001/XMLSchema" xmlns:p="http://schemas.microsoft.com/office/2006/metadata/properties" xmlns:ns2="1e05729a-cb49-48c3-8c0e-57ef238c638a" xmlns:ns3="5f2fc22b-f7bc-40a7-a41e-0355bc70032c" targetNamespace="http://schemas.microsoft.com/office/2006/metadata/properties" ma:root="true" ma:fieldsID="91132dd4488e2ea64440711cc15ecdfc" ns2:_="" ns3:_="">
    <xsd:import namespace="1e05729a-cb49-48c3-8c0e-57ef238c638a"/>
    <xsd:import namespace="5f2fc22b-f7bc-40a7-a41e-0355bc70032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05729a-cb49-48c3-8c0e-57ef238c638a" elementFormDefault="qualified">
    <xsd:import namespace="http://schemas.microsoft.com/office/2006/documentManagement/types"/>
    <xsd:import namespace="http://schemas.microsoft.com/office/infopath/2007/PartnerControls"/>
    <xsd:element name="SharedWithUsers" ma:index="8" nillable="true" ma:displayName="Paylaşılanla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Ayrıntıları ile Paylaşıldı" ma:internalName="SharedWithDetails" ma:readOnly="true">
      <xsd:simpleType>
        <xsd:restriction base="dms:Note">
          <xsd:maxLength value="255"/>
        </xsd:restriction>
      </xsd:simpleType>
    </xsd:element>
    <xsd:element name="TaxCatchAll" ma:index="15" nillable="true" ma:displayName="Taxonomy Catch All Column" ma:hidden="true" ma:list="{6d4c4c25-be37-4111-a4d2-b6d83691922b}" ma:internalName="TaxCatchAll" ma:showField="CatchAllData" ma:web="1e05729a-cb49-48c3-8c0e-57ef238c638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f2fc22b-f7bc-40a7-a41e-0355bc70032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Resim Etiketleri" ma:readOnly="false" ma:fieldId="{5cf76f15-5ced-4ddc-b409-7134ff3c332f}" ma:taxonomyMulti="true" ma:sspId="749ffb75-3d9b-43c3-9fac-1d2feda3d0c9"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415EA99-15F1-4BB4-8D87-2AAAEB282049}">
  <ds:schemaRefs>
    <ds:schemaRef ds:uri="http://schemas.microsoft.com/office/infopath/2007/PartnerControls"/>
    <ds:schemaRef ds:uri="http://schemas.microsoft.com/office/2006/documentManagement/types"/>
    <ds:schemaRef ds:uri="http://www.w3.org/XML/1998/namespace"/>
    <ds:schemaRef ds:uri="1e05729a-cb49-48c3-8c0e-57ef238c638a"/>
    <ds:schemaRef ds:uri="http://schemas.openxmlformats.org/package/2006/metadata/core-properties"/>
    <ds:schemaRef ds:uri="http://purl.org/dc/dcmitype/"/>
    <ds:schemaRef ds:uri="5f2fc22b-f7bc-40a7-a41e-0355bc70032c"/>
    <ds:schemaRef ds:uri="http://schemas.microsoft.com/office/2006/metadata/properties"/>
    <ds:schemaRef ds:uri="http://purl.org/dc/terms/"/>
    <ds:schemaRef ds:uri="http://purl.org/dc/elements/1.1/"/>
  </ds:schemaRefs>
</ds:datastoreItem>
</file>

<file path=customXml/itemProps2.xml><?xml version="1.0" encoding="utf-8"?>
<ds:datastoreItem xmlns:ds="http://schemas.openxmlformats.org/officeDocument/2006/customXml" ds:itemID="{FE8099E9-EF8E-4931-9AF9-10AF4D6FB3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05729a-cb49-48c3-8c0e-57ef238c638a"/>
    <ds:schemaRef ds:uri="5f2fc22b-f7bc-40a7-a41e-0355bc7003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A225E7-9847-49FD-9936-49A2AD7B57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4518</TotalTime>
  <Words>272</Words>
  <Application>Microsoft Macintosh PowerPoint</Application>
  <PresentationFormat>Özel</PresentationFormat>
  <Paragraphs>25</Paragraphs>
  <Slides>2</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vt:i4>
      </vt:variant>
    </vt:vector>
  </HeadingPairs>
  <TitlesOfParts>
    <vt:vector size="5" baseType="lpstr">
      <vt:lpstr>Arial</vt:lpstr>
      <vt:lpstr>Calibri</vt:lpstr>
      <vt:lpstr>Office Theme</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Cem</dc:creator>
  <cp:lastModifiedBy>Salih Gonca</cp:lastModifiedBy>
  <cp:revision>360</cp:revision>
  <cp:lastPrinted>2021-02-02T12:26:42Z</cp:lastPrinted>
  <dcterms:created xsi:type="dcterms:W3CDTF">2014-04-29T10:54:14Z</dcterms:created>
  <dcterms:modified xsi:type="dcterms:W3CDTF">2025-11-03T06:23:43Z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0x0101006E0CF6A91EFF2B4F99CE3F6738F55BC1</vt:lpwstr>
  </property>
</Properties>
</file>